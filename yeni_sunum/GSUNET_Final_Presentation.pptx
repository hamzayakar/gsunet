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EE8123-9AE2-4DD6-8D56-255A917D6B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409DD6D-32CB-40D5-8F2B-A6FF05F0B7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F57399-CB2A-427B-9B3D-02C29DC6DD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36EA39-DF21-4D75-8F67-B9588CC8E3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6C00BDF-72C8-4C3D-8B1E-1D3392AE3C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F5436B6-44BB-4B58-BF3F-24799126D0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3E9DB0-52BF-4968-9414-4212452C88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DC00493-1BB4-4595-9594-268B28E620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6C89C6F-7EBA-4243-BEA9-B591EDA449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3282FA-71AB-4D4D-9CDB-06FBC463A4C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CB0C86-0C13-484F-8B7D-F7D131981D4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1A7EE33-80F6-4ABA-9CBB-70CDB92832C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1B71F8A-3EB7-484C-BED5-CBF2D06B41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DADDD43-4ADE-44D0-BBC4-82DDF5E521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28D9945-CC70-4F98-8096-3BC4C95455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BEDA7E1-7588-48EC-BBD0-9D1FB7978A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7EB9FFC-51CD-4042-9893-4490E73812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AECADFC-3C23-47EB-8F5F-8922B933E2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689884B-FCA6-4BF4-97FE-4F52016585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32DBE66-7A54-4F25-B829-DD3BF5EBD4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468936D-30D1-4B1E-90E5-A0E000205B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5248F9D-16D3-458E-A7BF-2C20A579E8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C4AFF9F-0B01-4AC3-896E-58418CDE193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D952416-98D9-41F7-9B7E-D795F64F489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B6F65F6-1F9F-4D14-B40D-9601DED430C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594AD33-EA11-4315-8676-2077E2DB99F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3012120" y="1828800"/>
            <a:ext cx="31194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a90432"/>
                </a:solidFill>
                <a:latin typeface="Calibri"/>
              </a:rPr>
              <a:t>GsuNET</a:t>
            </a:r>
            <a:endParaRPr b="0" lang="en-US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686520" y="3383280"/>
            <a:ext cx="7770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333333"/>
                </a:solidFill>
                <a:latin typeface="Calibri"/>
              </a:rPr>
              <a:t>Galatasaray University Networking and Event Tracking System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1925280" y="4206240"/>
            <a:ext cx="5292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66666"/>
                </a:solidFill>
                <a:latin typeface="Calibri"/>
              </a:rPr>
              <a:t>Final Project Presentation - Completed Implementation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1802880" y="5029200"/>
            <a:ext cx="5537880" cy="7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1579b"/>
                </a:solidFill>
                <a:latin typeface="Calibri"/>
              </a:rPr>
              <a:t>Endüstri Mühendisliği: Başar Saraç, Berkay Çadırcı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e65100"/>
                </a:solidFill>
                <a:latin typeface="Calibri"/>
              </a:rPr>
              <a:t>Bilgisayar Mühendisliği: Hamza Yakar, Mert Samet Kayacıoğlu, Edipcan Erol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3336840" y="6217920"/>
            <a:ext cx="24699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666666"/>
                </a:solidFill>
                <a:latin typeface="Calibri"/>
              </a:rPr>
              <a:t>Galatasaray Üniversitesi - Aralık 2025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Proje Özeti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Tam işlevsel bir kulüp ve etkinlik yönetim platformu geliştirildi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React frontend + FastAPI backend ile modern web uygulaması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PostgreSQL veritabanı + Redis cache/queue sistemi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4 farklı kullanıcı rolü (Student, Club Manager, Advisor, Admin)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Rol tabanlı yetkilendirme (RBAC) ve JWT authentication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Background task processing (ARQ) ve cron jobs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Responsive tasarım ve çoklu dil desteği (TR/EN/FR)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Docker containerization ile deployment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1703520" y="457200"/>
            <a:ext cx="5736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Tamamlanan Temel Özellikler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787680" y="1371600"/>
            <a:ext cx="3453120" cy="26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Etkinlik ve Kulüp Yönetimi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Etkinlik oluşturma ve yönetimi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Etkinlik onay sistemi (Advisor)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Etkinliklere kayıt olma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Kulüpleri takip etme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Kulüp üyelik talepleri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Sadece üyelere özel etkinlikler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5259240" y="1371600"/>
            <a:ext cx="3105360" cy="26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Sistem Özellikleri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Bildirim sistemi (event reminders)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Oda/salon rezervasyonu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Haftalık program takvimi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Kullanıcı yönetimi (Admin)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Sponsorluk yönetimi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Çoklu dil desteği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Sistem Mimarisi - Gerçekleşen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🏗️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Three-Tier Architecture (Client-Server Model)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⚛️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Frontend: React 19.x + Vite + TailwindCSS + React Router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Backend: FastAPI 0.104.1 + Uvicorn (async ASGI server)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💾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Database: PostgreSQL 15 + SQLAlchemy ORM + Alembic migrations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🔄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Cache/Queue: Redis 8.4 + ARQ (async background tasks)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🔐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Security: JWT authentication, bcrypt password hashing, RBAC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📦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Deployment: Docker + Docker Compose (5 containers)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🌐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API Documentation: OpenAPI/Swagger (auto-generated)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/>
          <p:nvPr/>
        </p:nvSpPr>
        <p:spPr>
          <a:xfrm>
            <a:off x="2376720" y="457200"/>
            <a:ext cx="4390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Kullanılan Teknolojiler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1111680" y="1371600"/>
            <a:ext cx="2805120" cy="26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Frontend Stack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React 19.2.0 - UI framework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Vite 7.2.4 - Build tool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TailwindCSS 4.1.18 - Styling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React Router 7.10.1 - Routing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Axios 1.13.2 - HTTP client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React Hot Toast - Notifications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3"/>
          <p:cNvSpPr/>
          <p:nvPr/>
        </p:nvSpPr>
        <p:spPr>
          <a:xfrm>
            <a:off x="5275440" y="1371600"/>
            <a:ext cx="3073320" cy="26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Backend Stack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FastAPI 0.104.1 - Web framework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PostgreSQL 15 - Database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SQLAlchemy 2.0.23 - ORM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Redis 8.4 - Cache/Queue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ARQ 0.26.1 - Background tasks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Pydantic 2.5.0 - Validation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Veritabanı Tasarımı - 10 Tablo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👥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Users - Kullanıcılar ve roller (student/club_manager/advisor/admin)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🏢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Clubs - Kulüp profilleri ve yöneticileri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Events - Etkinlikler (status: pending/approved/rejected/cancelled/completed)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🏫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Rooms - Odalar ve salonlar (kapasite, özellikler)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📋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RoomSchedule - Oda rezervasyonları ve zaman blokları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EventRegistration - Kullanıcı-etkinlik kayıtları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🔔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Notifications - Bildirimler (8 farklı tip)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🤝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ClubJoinRequest - Kulüp üyelik talepleri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💼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Sponsorships - Sponsorluk yönetimi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Backend Gerçekleştirimi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RESTful API: 7 ana route modülü (auth, events, clubs, rooms, schedule, notifications, users)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Authentication: JWT token-based (7-day expiration)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Authorization: Rol bazlı erişim kontrolü (decorator-based)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Validation: Pydantic schemas ile input/output validation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ORM: SQLAlchemy models ve relationships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Background Tasks: ARQ worker ile asenkron bildirimler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Scheduled Jobs: Günlük event reminder (cron: 9:00 AM)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Error Handling: Detaylı HTTP exception responses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Frontend Gerçekleştirimi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Single Page Application (SPA) - React ile geliştirildi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Rol bazlı sayfa erişimi ve dinamik navigasyon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15+ ana sayfa (Login, Events, Clubs, Admin Panel, vb.)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Context API ile global state management (Auth, Language)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Responsive tasarım - Mobile, Tablet, Desktop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Form validation ve error handling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Toast notifications (react-hot-toast)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i18n - 3 dil desteği (TR/EN/FR), localStorage persistence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2125800" y="457200"/>
            <a:ext cx="4891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Önemli Özellikler - Detay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1828800" y="3657600"/>
            <a:ext cx="5504400" cy="23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Etkinlik Özellikleri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Event Creation: Form validation, room selection, capacity limits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Event Approval: Advisor panel, approve/reject with reason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Event Registration: One-click register, capacity check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Event Cancellation: Background task (ARQ), bulk notifications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Event Reminders: Daily cron job (3-day advance notice)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1819440" y="1371600"/>
            <a:ext cx="7259760" cy="23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Sistem Özellikleri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Room Scheduling: Weekly view, conflict detection, capacity-based recommendations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Club Management: Member requests, approve/reject, follower system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User Management: Admin panel, role editing, filtering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Notifications: 8 types, read/unread status, event linking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Multi-language: Dynamic switching, all UI elements translated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Güvenlik Gerçekleştirimi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🔐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JWT Authentication - Stateless, token-based authentication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🔑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Password Security - Bcrypt hashing (salt + hash)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🛡️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RBAC (Role-Based Access Control) - 4 seviye yetkilendirme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🚫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SQL Injection Prevention - SQLAlchemy ORM (parametrized queries)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🛡️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XSS Protection - React built-in escaping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🔒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CORS Policy - Configured for security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Input Validation - Pydantic schemas ile tüm endpoint'lerde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📋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Foreign Key Constraints - Database integrity enforcement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Background Task Processing (ARQ)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Redis-based async queue (ARQ 0.26.1)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Worker process - 5 functions, 10 max concurrent jobs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Event Cancellation Notifications - Async, non-blocking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   →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100+ users: Response time &lt;100ms (was ~5 seconds)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Event Reminder Notifications - Scheduled daily at 9 AM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   →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Finds events 2.5-3.5 days away, sends reminders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Cron Jobs - ARQ cron decorator (@cron)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Job Retention - Results kept for 1 hour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Health Checks - Redis connection monitoring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"/>
          <p:cNvSpPr/>
          <p:nvPr/>
        </p:nvSpPr>
        <p:spPr>
          <a:xfrm>
            <a:off x="1290600" y="457200"/>
            <a:ext cx="6562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Karşılaşılan Zorluklar ve Çözümler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1447200" y="1371600"/>
            <a:ext cx="5641560" cy="20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Teknik Zorluklar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Room scheduling conflicts → Overlap detection algorithm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Event capacity management → Database constraints + validation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Performance (100+ notifications) → ARQ background tasks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Role-based access → Decorator-based RBAC system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1498320" y="4114800"/>
            <a:ext cx="5359680" cy="203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b="1" lang="en-US" sz="2400" spc="-1" strike="noStrike">
                <a:solidFill>
                  <a:srgbClr val="a90432"/>
                </a:solidFill>
                <a:latin typeface="Calibri"/>
              </a:rPr>
              <a:t>Uygulama Zorlukları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Multi-language support → Context API + localStorage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Database migrations → Alembic version control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Docker networking → Docker Compose service dependencies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Worker startup issues → ARQ CLI wrapper solution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Test ve Deployment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🐳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Docker Containerization - 5 containers (frontend, backend, db, redis, worker)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📦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Docker Compose Orchestration - Service dependencies, networks, volumes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🔄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Development Workflow - Hot reload (Vite + Uvicorn)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🗄️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Database Migrations - Alembic (version-controlled schema)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API Testing - Swagger UI (/docs endpoint)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🏥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Health Checks - Database + Redis connection monitoring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📝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API Documentation - OpenAPI/Swagger auto-generated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Production Ready - Environment-based configuration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Sonuçlar ve Başarılar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Fully functional club and event management platform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Complete 3-tier architecture implementation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10-table normalized database with proper relationships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Async background processing for scalability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Comprehensive security implementation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Modern, responsive UI with multi-language support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Dockerized deployment for easy setup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Well-documented API (OpenAPI/Swagger)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🎯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Ready for pilot testing with real users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a90432"/>
                </a:solidFill>
                <a:latin typeface="Calibri"/>
              </a:rPr>
              <a:t>Gelecek Geliştirmeler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📱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Mobile Application - React Native or PWA enhancement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🤖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AI-powered Event Recommendations - Machine learning based on user preferences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📊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Advanced Analytics Dashboard - Club performance metrics, attendance trends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🔔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Push Notifications - Web push for real-time updates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📧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Email Integration - Automated email notifications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🌐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Social Media Integration - Share events to social platforms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📅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Calendar Integration - Export to Google Calendar, iCal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🧪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Automated Testing - Unit tests, integration tests, E2E tests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1"/>
          <p:cNvSpPr/>
          <p:nvPr/>
        </p:nvSpPr>
        <p:spPr>
          <a:xfrm>
            <a:off x="2045880" y="457200"/>
            <a:ext cx="5051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Proje Zaman Planı (Gantt)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" name="Picture 2" descr="gantt.png"/>
          <p:cNvPicPr/>
          <p:nvPr/>
        </p:nvPicPr>
        <p:blipFill>
          <a:blip r:embed="rId1"/>
          <a:stretch/>
        </p:blipFill>
        <p:spPr>
          <a:xfrm>
            <a:off x="1371600" y="1371600"/>
            <a:ext cx="6400440" cy="2253240"/>
          </a:xfrm>
          <a:prstGeom prst="rect">
            <a:avLst/>
          </a:prstGeom>
          <a:ln w="0">
            <a:noFill/>
          </a:ln>
        </p:spPr>
      </p:pic>
      <p:sp>
        <p:nvSpPr>
          <p:cNvPr id="121" name="TextBox 3"/>
          <p:cNvSpPr/>
          <p:nvPr/>
        </p:nvSpPr>
        <p:spPr>
          <a:xfrm>
            <a:off x="3491280" y="5943600"/>
            <a:ext cx="21607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666666"/>
                </a:solidFill>
                <a:latin typeface="Calibri"/>
              </a:rPr>
              <a:t>12 haftalık geliştirme süreci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3020400" y="457200"/>
            <a:ext cx="3102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Kalite Evi (QFD)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Picture 2" descr="qfd.png"/>
          <p:cNvPicPr/>
          <p:nvPr/>
        </p:nvPicPr>
        <p:blipFill>
          <a:blip r:embed="rId1"/>
          <a:stretch/>
        </p:blipFill>
        <p:spPr>
          <a:xfrm>
            <a:off x="1371600" y="1371600"/>
            <a:ext cx="6400440" cy="4115880"/>
          </a:xfrm>
          <a:prstGeom prst="rect">
            <a:avLst/>
          </a:prstGeom>
          <a:ln w="0">
            <a:noFill/>
          </a:ln>
        </p:spPr>
      </p:pic>
      <p:sp>
        <p:nvSpPr>
          <p:cNvPr id="124" name="TextBox 3"/>
          <p:cNvSpPr/>
          <p:nvPr/>
        </p:nvSpPr>
        <p:spPr>
          <a:xfrm>
            <a:off x="2832120" y="5943600"/>
            <a:ext cx="34790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666666"/>
                </a:solidFill>
                <a:latin typeface="Calibri"/>
              </a:rPr>
              <a:t>Kullanıcı ihtiyaçlarından teknik gereksinimlere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1"/>
          <p:cNvSpPr/>
          <p:nvPr/>
        </p:nvSpPr>
        <p:spPr>
          <a:xfrm>
            <a:off x="2526480" y="457200"/>
            <a:ext cx="4090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a90432"/>
                </a:solidFill>
                <a:latin typeface="Calibri"/>
              </a:rPr>
              <a:t>Proje Akış Diyagramı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" name="Picture 2" descr="proje-akis-diyagrami.png"/>
          <p:cNvPicPr/>
          <p:nvPr/>
        </p:nvPicPr>
        <p:blipFill>
          <a:blip r:embed="rId1"/>
          <a:stretch/>
        </p:blipFill>
        <p:spPr>
          <a:xfrm>
            <a:off x="1371600" y="1371600"/>
            <a:ext cx="6400440" cy="449640"/>
          </a:xfrm>
          <a:prstGeom prst="rect">
            <a:avLst/>
          </a:prstGeom>
          <a:ln w="0">
            <a:noFill/>
          </a:ln>
        </p:spPr>
      </p:pic>
      <p:sp>
        <p:nvSpPr>
          <p:cNvPr id="127" name="TextBox 3"/>
          <p:cNvSpPr/>
          <p:nvPr/>
        </p:nvSpPr>
        <p:spPr>
          <a:xfrm>
            <a:off x="3626280" y="5943600"/>
            <a:ext cx="18910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666666"/>
                </a:solidFill>
                <a:latin typeface="Calibri"/>
              </a:rPr>
              <a:t>İteratif geliştirme süreci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2538720" y="2286000"/>
            <a:ext cx="40658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a90432"/>
                </a:solidFill>
                <a:latin typeface="Calibri"/>
              </a:rPr>
              <a:t>Teşekkürler!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2928960" y="3383280"/>
            <a:ext cx="3285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333333"/>
                </a:solidFill>
                <a:latin typeface="Calibri"/>
              </a:rPr>
              <a:t>Sorularınız için hazırız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2840760" y="5486400"/>
            <a:ext cx="3462120" cy="8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666666"/>
                </a:solidFill>
                <a:latin typeface="Calibri"/>
              </a:rPr>
              <a:t>Galatasaray Üniversitesi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Mühendislik ve Teknoloji Fakültesi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INF493 Bitirme Projesi - Aralık 2025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LibreOffice/7.4.3.2$Windows_X86_64 LibreOffice_project/1048a8393ae2eeec98dff31b5c133c5f1d08b890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2025-12-19T19:06:49Z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